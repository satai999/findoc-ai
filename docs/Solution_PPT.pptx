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01000" y="1143000"/>
            <a:ext cx="960120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8961120" y="1472184"/>
            <a:ext cx="365760" cy="356616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326880" y="1143000"/>
            <a:ext cx="960120" cy="658368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287000" y="1472184"/>
            <a:ext cx="365759" cy="356616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001000" y="2194560"/>
            <a:ext cx="960120" cy="65836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961120" y="2523744"/>
            <a:ext cx="365760" cy="356616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326880" y="2194560"/>
            <a:ext cx="960120" cy="65836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051560"/>
            <a:ext cx="6309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FinDoc-AI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874519"/>
            <a:ext cx="65836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BAE6FD"/>
                </a:solidFill>
                <a:latin typeface="Aptos"/>
              </a:rPr>
              <a:t> Solution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87168"/>
            <a:ext cx="6492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Document extraction • OCR • AI normalization • grounding • financial validation •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56432"/>
            <a:ext cx="123444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465575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INVOICE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76272" y="3456432"/>
            <a:ext cx="1600200" cy="329184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76272" y="3465575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BALANCE SHEET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13632" y="3456432"/>
            <a:ext cx="1508760" cy="32918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13632" y="3465575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PROFIT &amp;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3456432"/>
            <a:ext cx="1325880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59552" y="3465575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CASH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Implemented backend + processing pipeline + validation layer + database + frontend/API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4476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Aptos"/>
              </a:rPr>
              <a:t>FinDoc-AI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01  •  Implemented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Clear separation between API, processing, intelligence, validation and persistence.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5727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64008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947672"/>
            <a:ext cx="12984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Client /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13432"/>
            <a:ext cx="1280160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334155"/>
                </a:solidFill>
                <a:latin typeface="Aptos"/>
              </a:rPr>
              <a:t>Upload document
Select document_type
View extracted result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75688" y="2999232"/>
            <a:ext cx="164592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40280" y="1828800"/>
            <a:ext cx="15727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40280" y="1828800"/>
            <a:ext cx="64008" cy="2331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04872" y="1947672"/>
            <a:ext cx="12984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2313432"/>
            <a:ext cx="1280160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334155"/>
                </a:solidFill>
                <a:latin typeface="Aptos"/>
              </a:rPr>
              <a:t>HTTP routes
Request handling
Status + errors
Swagger / ReDoc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13048" y="2999232"/>
            <a:ext cx="347472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60520" y="1828800"/>
            <a:ext cx="15727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60520" y="1828800"/>
            <a:ext cx="64008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5112" y="1947672"/>
            <a:ext cx="12984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Document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313432"/>
            <a:ext cx="1280160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334155"/>
                </a:solidFill>
                <a:latin typeface="Aptos"/>
              </a:rPr>
              <a:t>Pipeline orchestration
Validation → OCR →
Extraction → Validation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33288" y="2999232"/>
            <a:ext cx="347472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80760" y="1828800"/>
            <a:ext cx="15727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80760" y="1828800"/>
            <a:ext cx="64008" cy="2331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45352" y="1947672"/>
            <a:ext cx="12984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313432"/>
            <a:ext cx="1280160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334155"/>
                </a:solidFill>
                <a:latin typeface="Aptos"/>
              </a:rPr>
              <a:t>PyMuPDF
EasyOCR (CUDA)
PaddleOCR path
Layout / tables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53528" y="2999232"/>
            <a:ext cx="347472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01000" y="1828800"/>
            <a:ext cx="15727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01000" y="1828800"/>
            <a:ext cx="64008" cy="2331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65592" y="1947672"/>
            <a:ext cx="12984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313432"/>
            <a:ext cx="1280160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334155"/>
                </a:solidFill>
                <a:latin typeface="Aptos"/>
              </a:rPr>
              <a:t>Schema extraction
LLM normalization
Grounding verification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73768" y="2999232"/>
            <a:ext cx="256032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29800" y="1828800"/>
            <a:ext cx="1783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829800" y="1828800"/>
            <a:ext cx="64008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94392" y="194767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Persistence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4392" y="2313432"/>
            <a:ext cx="1490472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334155"/>
                </a:solidFill>
                <a:latin typeface="Aptos"/>
              </a:rPr>
              <a:t>SQLAlchemy
SQLite
Repository layer
Versioned result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470916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0" y="4709160"/>
            <a:ext cx="64008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36592" y="482803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Financial Validation 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5193792"/>
            <a:ext cx="267919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Aptos"/>
              </a:rPr>
              <a:t>Invoice • Balance Sheet • P&amp;L • Cash Flow  |  PASS / FAIL / NOT_APPLICABLE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6080760" y="4160520"/>
            <a:ext cx="758952" cy="54864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543800" y="4160520"/>
            <a:ext cx="1737360" cy="1033272"/>
          </a:xfrm>
          <a:prstGeom prst="line">
            <a:avLst/>
          </a:prstGeom>
          <a:ln w="190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Core design principle: each layer has one responsibility and can be tested independently.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9672"/>
            <a:ext cx="10607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FinDoc-AI  •  Intelligent Document Extraction, Validation &amp; API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02  •  Document Ingestion &amp; OCR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Digital and scanned inputs converge into the same downstream extraction path.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920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53619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Digital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01952"/>
            <a:ext cx="162763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Native text available
→ PyMuPDF text/layout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1920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788920"/>
            <a:ext cx="64008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907791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Scanned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273552"/>
            <a:ext cx="162763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No / low native text
→ render pages → 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60520"/>
            <a:ext cx="1920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4160520"/>
            <a:ext cx="64008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427939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JPG / 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645152"/>
            <a:ext cx="162763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Image input
→ OCR + layout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331720"/>
            <a:ext cx="1783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80360" y="2331720"/>
            <a:ext cx="64008" cy="2057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4952" y="2450591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File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4952" y="2816352"/>
            <a:ext cx="1490472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Extension / MIME
Readable &amp; non-empty
PDF page count ≤ 3
Reject before AI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23160" y="1993392"/>
            <a:ext cx="457200" cy="137160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23160" y="3364992"/>
            <a:ext cx="457200" cy="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423160" y="3364992"/>
            <a:ext cx="457200" cy="137160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66360" y="1417320"/>
            <a:ext cx="2240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66360" y="141732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30952" y="1536192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Native PDF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1901952"/>
            <a:ext cx="194767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PyMuPDF
Text blocks + page order
No unnecessary OCR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3154680"/>
            <a:ext cx="2240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166360" y="3154680"/>
            <a:ext cx="64008" cy="19202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30952" y="3273552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OCR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0952" y="3639312"/>
            <a:ext cx="1947672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EasyOCR — CUDA / RTX 4070
Primary working OCR
PaddleOCR available for
OCR / layout processing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4663440" y="2121408"/>
            <a:ext cx="502920" cy="1243584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663440" y="3364992"/>
            <a:ext cx="502920" cy="749808"/>
          </a:xfrm>
          <a:prstGeom prst="line">
            <a:avLst/>
          </a:prstGeom>
          <a:ln w="1778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909560" y="2057400"/>
            <a:ext cx="34290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09560" y="2057400"/>
            <a:ext cx="64008" cy="2560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74152" y="217627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Unified Document Representation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2542032"/>
            <a:ext cx="3136392" cy="19933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tos"/>
              </a:rPr>
              <a:t>Pages
• text tokens / blocks
• page number
• spatial position / reading order
• tables / rows / columns
• OCR confidence where available
Same representation feeds every document type.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06640" y="2121408"/>
            <a:ext cx="502920" cy="850392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406640" y="3703320"/>
            <a:ext cx="502920" cy="41148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886200" y="5715000"/>
            <a:ext cx="4434840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86200" y="5724144"/>
            <a:ext cx="4434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NO TYPE-SPECIFIC OCR BRANCH AFTER PARSING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9672"/>
            <a:ext cx="10607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FinDoc-AI  •  Intelligent Document Extraction, Validation &amp; API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03  •  Extraction Engine: Discover → Normalize → 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The LLM is used for semantic normalization; source evidence remains authoritative.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5" name="Oval 4"/>
          <p:cNvSpPr/>
          <p:nvPr/>
        </p:nvSpPr>
        <p:spPr>
          <a:xfrm>
            <a:off x="1161288" y="141732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" y="1435608"/>
            <a:ext cx="56692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3317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64008" cy="2331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Candidate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33472"/>
            <a:ext cx="2039112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Find labels, amounts,
rows, columns, dates,
headers and line items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39" y="3310128"/>
            <a:ext cx="411481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904487" y="1417320"/>
            <a:ext cx="566928" cy="56692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04487" y="1435608"/>
            <a:ext cx="56692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148840"/>
            <a:ext cx="23317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2148840"/>
            <a:ext cx="64008" cy="2331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0712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Structure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633472"/>
            <a:ext cx="2039112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Rebuild wrapped rows,
comparative columns,
invoice item tables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77840" y="3310128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647688" y="1417320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47688" y="1435608"/>
            <a:ext cx="56692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148840"/>
            <a:ext cx="23317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89320" y="2148840"/>
            <a:ext cx="64008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53912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Semantic Normalization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2633472"/>
            <a:ext cx="2039112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Local LLM / Gemini / Groq
or deterministic fallback
→ schema-shaped JSON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21040" y="3310128"/>
            <a:ext cx="41148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390888" y="1417320"/>
            <a:ext cx="566928" cy="5669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90888" y="1435608"/>
            <a:ext cx="566928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2148840"/>
            <a:ext cx="23317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732520" y="2148840"/>
            <a:ext cx="64008" cy="2331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97112" y="226771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Grounding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2633472"/>
            <a:ext cx="2039112" cy="1764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Every returned numeric value
must map to a source token;
otherwise → null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8920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Document-specific structure recovery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230368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5230368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" y="53492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Invoices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5715000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334155"/>
                </a:solidFill>
                <a:latin typeface="Aptos"/>
              </a:rPr>
              <a:t>Wrapped descriptions • 2-column receipts • Qty / price / total when present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37560" y="5230368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37560" y="5230368"/>
            <a:ext cx="64008" cy="914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02152" y="53492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Balance Sheet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2152" y="5715000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334155"/>
                </a:solidFill>
                <a:latin typeface="Aptos"/>
              </a:rPr>
              <a:t>Row reconstruction • current / comparative period alignment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5230368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2200" y="5230368"/>
            <a:ext cx="64008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36792" y="53492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P&amp;L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5715000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334155"/>
                </a:solidFill>
                <a:latin typeface="Aptos"/>
              </a:rPr>
              <a:t>Income / expenditure / profit sections • multi-page merging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06840" y="5230368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006840" y="5230368"/>
            <a:ext cx="6400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71432" y="53492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Cash 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71432" y="5715000"/>
            <a:ext cx="22677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334155"/>
                </a:solidFill>
                <a:latin typeface="Aptos"/>
              </a:rPr>
              <a:t>Operating / investing / financing • opening / closing / FX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519672"/>
            <a:ext cx="10607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FinDoc-AI  •  Intelligent Document Extraction, Validation &amp; API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04  •  AI / LLM Layer &amp; Anti-Hallucination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Multiple LLM options are interchangeable behind the same extraction contract.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468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819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Local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47672"/>
            <a:ext cx="21762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Ollama / local model
Used for unlimited local testing
and offline 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2468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3063240"/>
            <a:ext cx="64008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31821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Gemini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47872"/>
            <a:ext cx="21762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Cloud LLM option
Structured JSON extraction
Configured through environment 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2468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663440"/>
            <a:ext cx="64008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47823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Groq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148072"/>
            <a:ext cx="2176272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Cloud LLM option
Fast inference path
Same extraction contract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240280"/>
            <a:ext cx="24688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03320" y="2240280"/>
            <a:ext cx="64008" cy="2468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67911" y="235915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Extraction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1" y="2724912"/>
            <a:ext cx="2176272" cy="190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tos"/>
              </a:rPr>
              <a:t>Document text + layout
+ document_type
+ schema
+ strict instructions
Output:
Structured JSON
Missing = null
No unsupported inference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17520" y="2121408"/>
            <a:ext cx="685800" cy="1335024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017520" y="3456432"/>
            <a:ext cx="685800" cy="265176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017520" y="3456432"/>
            <a:ext cx="685800" cy="1865376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03720" y="1417320"/>
            <a:ext cx="4526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417320"/>
            <a:ext cx="64008" cy="187451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68312" y="1536192"/>
            <a:ext cx="4251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Grounding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1901952"/>
            <a:ext cx="4233672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tos"/>
              </a:rPr>
              <a:t>1. Inspect each extracted numeric value
2. Normalize formatting (commas, brackets, decimals)
3. Match against original source tokens
4. Ungrounded value → null
5. Preserve source_text + page evidence where available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3657600"/>
            <a:ext cx="4526280" cy="1874519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03720" y="3657600"/>
            <a:ext cx="64008" cy="1874519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68312" y="3776472"/>
            <a:ext cx="4251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Why this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4142232"/>
            <a:ext cx="4233672" cy="1307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tos"/>
              </a:rPr>
              <a:t>LLM proposes meaning; the document remains the authority.
This prevents fabricated totals, dates and amounts from entering the final structured result.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172200" y="2359152"/>
            <a:ext cx="731520" cy="1097280"/>
          </a:xfrm>
          <a:prstGeom prst="line">
            <a:avLst/>
          </a:prstGeom>
          <a:ln w="2032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144000" y="3291840"/>
            <a:ext cx="0" cy="36576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6519672"/>
            <a:ext cx="10607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FinDoc-AI  •  Intelligent Document Extraction, Validation &amp; API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05  •  Financial Validation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Validation is deterministic, document-type aware and independent of extraction.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349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64008" cy="1783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53619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Invoice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01952"/>
            <a:ext cx="5056631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tos"/>
              </a:rPr>
              <a:t>Qty × Unit Price ≈ Line Total
Σ line totals ≈ subtotal / total
Tax / discount where applicable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64008" cy="1783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53619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Balance 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901952"/>
            <a:ext cx="5056631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tos"/>
              </a:rPr>
              <a:t>Capital &amp; Liabilities ≈ Assets
Liabilities + Equity ≈ Assets
Check independently per period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5349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64008" cy="1783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37764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Profit &amp;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142232"/>
            <a:ext cx="5056631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tos"/>
              </a:rPr>
              <a:t>Income components ≈ Total Income
Expenditure components ≈ Total Expenditure
Income − Expenditure ≈ Profit
Appropriation checks where applicable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5349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64008" cy="1783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37764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Cash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142232"/>
            <a:ext cx="5056631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Aptos"/>
              </a:rPr>
              <a:t>Operating + Investing + Financing + FX ≈ Net Change
Opening + Net Change ≈ Closing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5742432"/>
            <a:ext cx="4389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86200" y="5742432"/>
            <a:ext cx="64008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50791" y="5861304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ptos"/>
              </a:rPr>
              <a:t>PASS   •   FAIL   •   NOT_APPLICABLE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36792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Missing operands → NOT_APPLICABLE; validation never invents or edits extracted values.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10607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FinDoc-AI  •  Intelligent Document Extraction, Validation &amp; API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06  •  Code Structure, API &amp; Runtime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The implementation maps directly to the separation-of-concerns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474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886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64008" cy="4526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444752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Implemented backend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3593592" cy="3959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Aptos"/>
              </a:rPr>
              <a:t>app/
├── api/routes/documents.py      → HTTP endpoints
├── core/                         → config, exceptions, logging
├── schemas/                      → request / extraction / validation models
├── services/
│   ├── document_validation_service.py
│   ├── ocr_service.py
│   ├── extraction_service.py
│   ├── financial_validation_service.py
│   └── document_service.py       → orchestration
├── repositories/document_repository.py
└── database/database.py
tests/
├── unit/
└── integration/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3258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Runtime request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37360"/>
            <a:ext cx="6355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00600" y="1737360"/>
            <a:ext cx="64008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65192" y="1856231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POST   /api/v1/documents/process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73568" y="2240280"/>
            <a:ext cx="0" cy="164592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00600" y="2395728"/>
            <a:ext cx="6355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00600" y="2395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65192" y="2514600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1   Validate file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73568" y="2898648"/>
            <a:ext cx="0" cy="164592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00600" y="3054096"/>
            <a:ext cx="6355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00600" y="3054096"/>
            <a:ext cx="64008" cy="5029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65192" y="3172968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2   OCR / parse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73568" y="3557015"/>
            <a:ext cx="0" cy="164593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00600" y="3712463"/>
            <a:ext cx="6355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00600" y="3712463"/>
            <a:ext cx="64008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65192" y="3831335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3   Extract + normalize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73568" y="4215383"/>
            <a:ext cx="0" cy="164592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800600" y="4370831"/>
            <a:ext cx="6355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800600" y="4370831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65192" y="4489703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4   Ground values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73568" y="4873751"/>
            <a:ext cx="0" cy="164593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00600" y="5029199"/>
            <a:ext cx="6355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00600" y="5029199"/>
            <a:ext cx="64008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65192" y="5148071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5   Financial validation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73568" y="5532119"/>
            <a:ext cx="0" cy="164592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800600" y="5687567"/>
            <a:ext cx="6355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800600" y="5687567"/>
            <a:ext cx="64008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65192" y="5806439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0F172A"/>
                </a:solidFill>
                <a:latin typeface="Aptos"/>
              </a:rPr>
              <a:t>6   Persist result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73568" y="6190487"/>
            <a:ext cx="0" cy="164592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800600" y="6236207"/>
            <a:ext cx="630936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800600" y="6345935"/>
            <a:ext cx="64008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65192" y="6464807"/>
            <a:ext cx="6080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GET   /api/v1/documents/{document_name}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6409553"/>
            <a:ext cx="752692" cy="10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 sz="9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05840" y="6508011"/>
            <a:ext cx="140208" cy="891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850" b="0" dirty="0">
              <a:solidFill>
                <a:srgbClr val="64748B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1002</Words>
  <Application>Microsoft Office PowerPoint</Application>
  <PresentationFormat>Widescreen</PresentationFormat>
  <Paragraphs>116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Satwik</dc:creator>
  <cp:keywords/>
  <dc:description>generated using python-pptx</dc:description>
  <cp:lastModifiedBy>kumarswastik30@gmail.com</cp:lastModifiedBy>
  <cp:revision>2</cp:revision>
  <dcterms:created xsi:type="dcterms:W3CDTF">2013-01-27T09:14:16Z</dcterms:created>
  <dcterms:modified xsi:type="dcterms:W3CDTF">2026-09-11T11:15:52Z</dcterms:modified>
  <cp:category/>
</cp:coreProperties>
</file>